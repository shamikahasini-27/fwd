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2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7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8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9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3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34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6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21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7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93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30735-E60E-4333-90D7-207683083635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CCB6F-BB90-491F-88A4-FA9B86917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306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2300C9-DB78-C53A-5F2B-FCD510123BBC}"/>
              </a:ext>
            </a:extLst>
          </p:cNvPr>
          <p:cNvSpPr txBox="1"/>
          <p:nvPr/>
        </p:nvSpPr>
        <p:spPr>
          <a:xfrm>
            <a:off x="407710" y="573844"/>
            <a:ext cx="116963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Semantic Tags </a:t>
            </a:r>
          </a:p>
          <a:p>
            <a:pPr>
              <a:buNone/>
            </a:pP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Semantic Tags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&lt;header&gt; – top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&lt;nav&gt; – navigation menu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&lt;section&gt; – main content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&lt;article&gt; – independent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&lt;footer&gt; – bottom section</a:t>
            </a:r>
          </a:p>
        </p:txBody>
      </p:sp>
    </p:spTree>
    <p:extLst>
      <p:ext uri="{BB962C8B-B14F-4D97-AF65-F5344CB8AC3E}">
        <p14:creationId xmlns:p14="http://schemas.microsoft.com/office/powerpoint/2010/main" val="298682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C851-CA2B-71CB-74DF-AF9BFE5C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E12A8E-67A0-BE1C-6356-75A14B9CB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2521"/>
            <a:ext cx="12192000" cy="433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90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</TotalTime>
  <Words>38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Srinivas</dc:creator>
  <cp:lastModifiedBy>B Srinivas</cp:lastModifiedBy>
  <cp:revision>5</cp:revision>
  <dcterms:created xsi:type="dcterms:W3CDTF">2026-01-28T03:28:45Z</dcterms:created>
  <dcterms:modified xsi:type="dcterms:W3CDTF">2026-01-28T04:14:41Z</dcterms:modified>
</cp:coreProperties>
</file>