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77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28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3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6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423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9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3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17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3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48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9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553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716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2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98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12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8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03-Jan-26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641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34" y="283606"/>
            <a:ext cx="8159606" cy="1293028"/>
          </a:xfrm>
        </p:spPr>
        <p:txBody>
          <a:bodyPr/>
          <a:lstStyle/>
          <a:p>
            <a:r>
              <a:rPr dirty="0"/>
              <a:t>HTML &lt;a&gt; (Link) Tag –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71055"/>
            <a:ext cx="7955280" cy="4069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dirty="0"/>
              <a:t>Syntax:</a:t>
            </a:r>
          </a:p>
          <a:p>
            <a:r>
              <a:rPr sz="2400" dirty="0"/>
              <a:t>&lt;a </a:t>
            </a:r>
            <a:r>
              <a:rPr sz="2400" dirty="0" err="1"/>
              <a:t>href</a:t>
            </a:r>
            <a:r>
              <a:rPr sz="2400" dirty="0"/>
              <a:t>="https://www.example.com"&gt;Click Here&lt;/a&gt;</a:t>
            </a:r>
          </a:p>
          <a:p>
            <a:endParaRPr sz="2400" dirty="0"/>
          </a:p>
          <a:p>
            <a:pPr marL="0" indent="0">
              <a:buNone/>
            </a:pPr>
            <a:r>
              <a:rPr sz="2400" dirty="0"/>
              <a:t>Explanation:</a:t>
            </a:r>
          </a:p>
          <a:p>
            <a:pPr marL="0" indent="0">
              <a:buNone/>
            </a:pPr>
            <a:r>
              <a:rPr sz="2400" dirty="0"/>
              <a:t>• &lt;a&gt;: Anchor tag used to create hyperlinks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dirty="0" err="1"/>
              <a:t>href</a:t>
            </a:r>
            <a:r>
              <a:rPr sz="2400" dirty="0"/>
              <a:t>: URL or path to navigate to (required)</a:t>
            </a:r>
          </a:p>
          <a:p>
            <a:pPr marL="0" indent="0">
              <a:buNone/>
            </a:pPr>
            <a:r>
              <a:rPr sz="2400" dirty="0"/>
              <a:t>• Link text: Clickable text shown to the user</a:t>
            </a:r>
          </a:p>
          <a:p>
            <a:endParaRPr sz="2400" dirty="0"/>
          </a:p>
          <a:p>
            <a:pPr marL="0" indent="0">
              <a:buNone/>
            </a:pPr>
            <a:r>
              <a:rPr sz="2400" dirty="0"/>
              <a:t>Common Attributes:</a:t>
            </a:r>
          </a:p>
          <a:p>
            <a:pPr marL="0" indent="0">
              <a:buNone/>
            </a:pPr>
            <a:r>
              <a:rPr sz="2400" dirty="0"/>
              <a:t>• target="_blank": Opens link in new tab</a:t>
            </a:r>
          </a:p>
          <a:p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10</TotalTime>
  <Words>76</Words>
  <Application>Microsoft Office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Vapor Trail</vt:lpstr>
      <vt:lpstr>HTML &lt;a&gt; (Link) Tag – Syntax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 Srinivas</dc:creator>
  <cp:keywords/>
  <dc:description>generated using python-pptx</dc:description>
  <cp:lastModifiedBy>B Srinivas</cp:lastModifiedBy>
  <cp:revision>4</cp:revision>
  <dcterms:created xsi:type="dcterms:W3CDTF">2013-01-27T09:14:16Z</dcterms:created>
  <dcterms:modified xsi:type="dcterms:W3CDTF">2026-01-03T04:14:34Z</dcterms:modified>
  <cp:category/>
</cp:coreProperties>
</file>