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60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0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0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7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58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7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35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39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84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4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82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3971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63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88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85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5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85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67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95" y="396727"/>
            <a:ext cx="8452308" cy="1293028"/>
          </a:xfrm>
        </p:spPr>
        <p:txBody>
          <a:bodyPr/>
          <a:lstStyle/>
          <a:p>
            <a:pPr algn="just"/>
            <a:r>
              <a:rPr dirty="0"/>
              <a:t>HTML &lt;</a:t>
            </a:r>
            <a:r>
              <a:rPr dirty="0" err="1"/>
              <a:t>img</a:t>
            </a:r>
            <a:r>
              <a:rPr dirty="0"/>
              <a:t>&gt; Tag –Syntax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595" y="1940037"/>
            <a:ext cx="7955280" cy="4069080"/>
          </a:xfrm>
        </p:spPr>
        <p:txBody>
          <a:bodyPr>
            <a:normAutofit fontScale="850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Syntax:</a:t>
            </a:r>
          </a:p>
          <a:p>
            <a:r>
              <a:rPr dirty="0"/>
              <a:t>&lt;</a:t>
            </a:r>
            <a:r>
              <a:rPr dirty="0" err="1"/>
              <a:t>img</a:t>
            </a:r>
            <a:r>
              <a:rPr dirty="0"/>
              <a:t> </a:t>
            </a:r>
            <a:r>
              <a:rPr dirty="0" err="1"/>
              <a:t>src</a:t>
            </a:r>
            <a:r>
              <a:rPr dirty="0"/>
              <a:t>="image.jpg" alt="Description" width="300" height="200"&gt;</a:t>
            </a:r>
          </a:p>
          <a:p>
            <a:endParaRPr dirty="0"/>
          </a:p>
          <a:p>
            <a:r>
              <a:rPr dirty="0">
                <a:solidFill>
                  <a:srgbClr val="FF0000"/>
                </a:solidFill>
              </a:rPr>
              <a:t>Explanation:</a:t>
            </a:r>
          </a:p>
          <a:p>
            <a:r>
              <a:rPr dirty="0"/>
              <a:t>• &lt;</a:t>
            </a:r>
            <a:r>
              <a:rPr dirty="0" err="1"/>
              <a:t>img</a:t>
            </a:r>
            <a:r>
              <a:rPr dirty="0"/>
              <a:t>&gt;: Displays an image on a web page</a:t>
            </a:r>
          </a:p>
          <a:p>
            <a:r>
              <a:rPr dirty="0"/>
              <a:t>• </a:t>
            </a:r>
            <a:r>
              <a:rPr dirty="0" err="1"/>
              <a:t>src</a:t>
            </a:r>
            <a:r>
              <a:rPr dirty="0"/>
              <a:t>: Path or URL of the image (required)</a:t>
            </a:r>
          </a:p>
          <a:p>
            <a:r>
              <a:rPr dirty="0"/>
              <a:t>• alt: Alternate text for accessibility (required)</a:t>
            </a:r>
          </a:p>
          <a:p>
            <a:r>
              <a:rPr dirty="0"/>
              <a:t>• width/height: Size of image (optional)</a:t>
            </a:r>
          </a:p>
          <a:p>
            <a:endParaRPr dirty="0"/>
          </a:p>
          <a:p>
            <a:r>
              <a:rPr dirty="0">
                <a:solidFill>
                  <a:srgbClr val="FF0000"/>
                </a:solidFill>
              </a:rPr>
              <a:t>Key Points:</a:t>
            </a:r>
          </a:p>
          <a:p>
            <a:r>
              <a:rPr dirty="0"/>
              <a:t>• Self-closing (void) tag</a:t>
            </a:r>
          </a:p>
          <a:p>
            <a:r>
              <a:rPr dirty="0"/>
              <a:t>• Supports JPG, PNG, GIF, SVG, </a:t>
            </a:r>
            <a:r>
              <a:rPr dirty="0" err="1"/>
              <a:t>WebP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939DD-4703-4189-9EA0-411BD25C3694}"/>
              </a:ext>
            </a:extLst>
          </p:cNvPr>
          <p:cNvSpPr txBox="1"/>
          <p:nvPr/>
        </p:nvSpPr>
        <p:spPr>
          <a:xfrm>
            <a:off x="504333" y="1486781"/>
            <a:ext cx="82343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Align Left:</a:t>
            </a:r>
          </a:p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="image.jpg" alt="Description" width="300" height="200“ align=“left”&gt;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Align Right:</a:t>
            </a:r>
          </a:p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="image.jpg" alt="Description" width="300" height="200“ align=“right”&gt;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79290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68</TotalTime>
  <Words>149</Words>
  <Application>Microsoft Office PowerPoint</Application>
  <PresentationFormat>On-screen Show (4:3)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Century Gothic</vt:lpstr>
      <vt:lpstr>Vapor Trail</vt:lpstr>
      <vt:lpstr>HTML &lt;img&gt; Tag –Syntax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 Srinivas</dc:creator>
  <cp:keywords/>
  <dc:description>generated using python-pptx</dc:description>
  <cp:lastModifiedBy>B Srinivas</cp:lastModifiedBy>
  <cp:revision>3</cp:revision>
  <dcterms:created xsi:type="dcterms:W3CDTF">2013-01-27T09:14:16Z</dcterms:created>
  <dcterms:modified xsi:type="dcterms:W3CDTF">2026-01-05T12:35:34Z</dcterms:modified>
  <cp:category/>
</cp:coreProperties>
</file>